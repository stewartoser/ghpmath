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"/>
  </p:notesMasterIdLst>
  <p:sldIdLst>
    <p:sldId id="313" r:id="rId2"/>
  </p:sldIdLst>
  <p:sldSz cx="32918400" cy="21945600"/>
  <p:notesSz cx="6858000" cy="9144000"/>
  <p:embeddedFontLst>
    <p:embeddedFont>
      <p:font typeface="Cambria Math" panose="02040503050406030204" pitchFamily="18" charset="0"/>
      <p:regular r:id="rId4"/>
    </p:embeddedFont>
    <p:embeddedFont>
      <p:font typeface="Segoe UI" panose="020B0502040204020203" pitchFamily="34" charset="0"/>
      <p:regular r:id="rId5"/>
      <p:bold r:id="rId6"/>
      <p:italic r:id="rId7"/>
      <p:boldItalic r:id="rId8"/>
    </p:embeddedFont>
    <p:embeddedFont>
      <p:font typeface="Segoe UI Black" panose="020B0A02040204020203" pitchFamily="34" charset="0"/>
      <p:bold r:id="rId9"/>
      <p:italic r:id="rId10"/>
      <p:boldItalic r:id="rId11"/>
    </p:embeddedFont>
    <p:embeddedFont>
      <p:font typeface="Segoe UI Light" panose="020B0502040204020203" pitchFamily="34" charset="0"/>
      <p:regular r:id="rId12"/>
      <p: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0368" userDrawn="1">
          <p15:clr>
            <a:srgbClr val="A4A3A4"/>
          </p15:clr>
        </p15:guide>
        <p15:guide id="3" pos="1807" userDrawn="1">
          <p15:clr>
            <a:srgbClr val="A4A3A4"/>
          </p15:clr>
        </p15:guide>
        <p15:guide id="6" orient="horz" pos="736" userDrawn="1">
          <p15:clr>
            <a:srgbClr val="A4A3A4"/>
          </p15:clr>
        </p15:guide>
        <p15:guide id="7" pos="3535" userDrawn="1">
          <p15:clr>
            <a:srgbClr val="A4A3A4"/>
          </p15:clr>
        </p15:guide>
        <p15:guide id="8" pos="7025" userDrawn="1">
          <p15:clr>
            <a:srgbClr val="5ACBF0"/>
          </p15:clr>
        </p15:guide>
        <p15:guide id="9" pos="5263" userDrawn="1">
          <p15:clr>
            <a:srgbClr val="A4A3A4"/>
          </p15:clr>
        </p15:guide>
        <p15:guide id="10" pos="8736" userDrawn="1">
          <p15:clr>
            <a:srgbClr val="A4A3A4"/>
          </p15:clr>
        </p15:guide>
        <p15:guide id="11" pos="12113" userDrawn="1">
          <p15:clr>
            <a:srgbClr val="A4A3A4"/>
          </p15:clr>
        </p15:guide>
        <p15:guide id="12" pos="13890" userDrawn="1">
          <p15:clr>
            <a:srgbClr val="A4A3A4"/>
          </p15:clr>
        </p15:guide>
        <p15:guide id="13" pos="15552" userDrawn="1">
          <p15:clr>
            <a:srgbClr val="A4A3A4"/>
          </p15:clr>
        </p15:guide>
        <p15:guide id="14" pos="17297" userDrawn="1">
          <p15:clr>
            <a:srgbClr val="A4A3A4"/>
          </p15:clr>
        </p15:guide>
        <p15:guide id="15" pos="18960" userDrawn="1">
          <p15:clr>
            <a:srgbClr val="A4A3A4"/>
          </p15:clr>
        </p15:guide>
        <p15:guide id="16" orient="horz" pos="13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  <a:srgbClr val="6B6B6B"/>
    <a:srgbClr val="0D0D0D"/>
    <a:srgbClr val="31092D"/>
    <a:srgbClr val="E1F1F4"/>
    <a:srgbClr val="8DC63F"/>
    <a:srgbClr val="FBE2A3"/>
    <a:srgbClr val="ED1C24"/>
    <a:srgbClr val="2E2E2E"/>
    <a:srgbClr val="195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0319" autoAdjust="0"/>
  </p:normalViewPr>
  <p:slideViewPr>
    <p:cSldViewPr snapToGrid="0" showGuides="1">
      <p:cViewPr varScale="1">
        <p:scale>
          <a:sx n="39" d="100"/>
          <a:sy n="39" d="100"/>
        </p:scale>
        <p:origin x="1064" y="232"/>
      </p:cViewPr>
      <p:guideLst>
        <p:guide pos="10368"/>
        <p:guide pos="1807"/>
        <p:guide orient="horz" pos="736"/>
        <p:guide pos="3535"/>
        <p:guide pos="7025"/>
        <p:guide pos="5263"/>
        <p:guide pos="8736"/>
        <p:guide pos="12113"/>
        <p:guide pos="13890"/>
        <p:guide pos="15552"/>
        <p:guide pos="17297"/>
        <p:guide pos="18960"/>
        <p:guide orient="horz" pos="133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CB04D-1C75-43E0-9B64-B7DDAA42BB2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C2670-3342-473C-969D-FDFF399F2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4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1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5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0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51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52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8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4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5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4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9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5061-2F74-46D4-9F8F-C77EF304855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3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E03C34-F3CB-4D7E-BED6-4912BED00063}"/>
              </a:ext>
            </a:extLst>
          </p:cNvPr>
          <p:cNvSpPr/>
          <p:nvPr/>
        </p:nvSpPr>
        <p:spPr>
          <a:xfrm>
            <a:off x="2" y="0"/>
            <a:ext cx="12416589" cy="21945600"/>
          </a:xfrm>
          <a:prstGeom prst="rect">
            <a:avLst/>
          </a:prstGeom>
          <a:solidFill>
            <a:srgbClr val="3109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9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1600C-5D44-4BE7-8500-7C17A936BFE4}"/>
              </a:ext>
            </a:extLst>
          </p:cNvPr>
          <p:cNvSpPr txBox="1"/>
          <p:nvPr/>
        </p:nvSpPr>
        <p:spPr>
          <a:xfrm>
            <a:off x="620730" y="1805469"/>
            <a:ext cx="11291802" cy="5221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333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Show people </a:t>
            </a:r>
            <a:r>
              <a:rPr lang="en-US" sz="8333" dirty="0">
                <a:solidFill>
                  <a:srgbClr val="FBE2A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the big takeaways of your research in 5 seconds </a:t>
            </a:r>
            <a:r>
              <a:rPr lang="en-US" sz="8333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as they walk by.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B02B3-FF6D-4ED8-9042-A3C19D418301}"/>
              </a:ext>
            </a:extLst>
          </p:cNvPr>
          <p:cNvSpPr/>
          <p:nvPr/>
        </p:nvSpPr>
        <p:spPr>
          <a:xfrm>
            <a:off x="13868402" y="4213907"/>
            <a:ext cx="17505597" cy="66332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99" dirty="0"/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43C867-B3D6-4C39-8B9F-FCDACBB0336D}"/>
              </a:ext>
            </a:extLst>
          </p:cNvPr>
          <p:cNvSpPr/>
          <p:nvPr/>
        </p:nvSpPr>
        <p:spPr>
          <a:xfrm>
            <a:off x="23644728" y="13109549"/>
            <a:ext cx="7729272" cy="64170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99" dirty="0"/>
              <a:t>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DCBAC-78BF-402D-9060-61A22D93863D}"/>
              </a:ext>
            </a:extLst>
          </p:cNvPr>
          <p:cNvSpPr/>
          <p:nvPr/>
        </p:nvSpPr>
        <p:spPr>
          <a:xfrm>
            <a:off x="13868401" y="13109548"/>
            <a:ext cx="8102599" cy="64170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99" dirty="0"/>
              <a:t>v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AC0F14-769E-4F62-955A-4A726C390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8284" y="14538074"/>
            <a:ext cx="6621498" cy="376672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6C5E9CB-2F80-4175-93F1-0C4978AF2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59413" y="14155989"/>
            <a:ext cx="6737683" cy="4203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05580D-71CE-42D4-8A22-B739F70327E5}"/>
              </a:ext>
            </a:extLst>
          </p:cNvPr>
          <p:cNvSpPr txBox="1"/>
          <p:nvPr/>
        </p:nvSpPr>
        <p:spPr>
          <a:xfrm>
            <a:off x="14608286" y="4659517"/>
            <a:ext cx="9858843" cy="3046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This could include: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Text (keep it short, sweet, &amp; to the point!)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Diagrams (visuals are always great!)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Equations (see equation editor!)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endParaRPr lang="en-US" sz="3199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Use </a:t>
            </a:r>
            <a:r>
              <a:rPr lang="en-US" sz="3199" dirty="0">
                <a:solidFill>
                  <a:srgbClr val="ED1C24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color</a:t>
            </a:r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and/or </a:t>
            </a:r>
            <a:r>
              <a:rPr lang="en-US" sz="3199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weight</a:t>
            </a:r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to emphasize key words.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E1A1E-2D7E-4B05-BE73-DD92B6042928}"/>
              </a:ext>
            </a:extLst>
          </p:cNvPr>
          <p:cNvSpPr txBox="1"/>
          <p:nvPr/>
        </p:nvSpPr>
        <p:spPr>
          <a:xfrm>
            <a:off x="14608284" y="3271151"/>
            <a:ext cx="5093369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34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Details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76E88D-576A-402A-B2C7-5209071C12AC}"/>
              </a:ext>
            </a:extLst>
          </p:cNvPr>
          <p:cNvSpPr txBox="1"/>
          <p:nvPr/>
        </p:nvSpPr>
        <p:spPr>
          <a:xfrm>
            <a:off x="14608284" y="11671924"/>
            <a:ext cx="7491054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More things go here.</a:t>
            </a:r>
          </a:p>
          <a:p>
            <a:r>
              <a:rPr lang="en-US" sz="3199" dirty="0">
                <a:latin typeface="Segoe UI" panose="020B0502040204020203" pitchFamily="34" charset="0"/>
                <a:cs typeface="Segoe UI" panose="020B0502040204020203" pitchFamily="34" charset="0"/>
              </a:rPr>
              <a:t>Like, </a:t>
            </a:r>
            <a:r>
              <a:rPr lang="en-US" sz="3199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spoilers are good.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D190E1-C93F-4200-9000-A25622CEB933}"/>
              </a:ext>
            </a:extLst>
          </p:cNvPr>
          <p:cNvSpPr txBox="1"/>
          <p:nvPr/>
        </p:nvSpPr>
        <p:spPr>
          <a:xfrm>
            <a:off x="23715406" y="11671924"/>
            <a:ext cx="7491054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Even more things go here.</a:t>
            </a:r>
            <a:br>
              <a:rPr lang="en-US" sz="3199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en-US" sz="3199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Help people think.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29BE58-DF03-B2E8-8D53-C401FDACEA0F}"/>
              </a:ext>
            </a:extLst>
          </p:cNvPr>
          <p:cNvGrpSpPr/>
          <p:nvPr/>
        </p:nvGrpSpPr>
        <p:grpSpPr>
          <a:xfrm>
            <a:off x="-409250" y="8334452"/>
            <a:ext cx="12045300" cy="7317207"/>
            <a:chOff x="-409250" y="8334452"/>
            <a:chExt cx="12045300" cy="9441466"/>
          </a:xfrm>
        </p:grpSpPr>
        <p:pic>
          <p:nvPicPr>
            <p:cNvPr id="64" name="Picture 63" descr="A close up of a logo&#10;&#10;Description automatically generated">
              <a:extLst>
                <a:ext uri="{FF2B5EF4-FFF2-40B4-BE49-F238E27FC236}">
                  <a16:creationId xmlns:a16="http://schemas.microsoft.com/office/drawing/2014/main" id="{478B7A83-5173-4F4B-84CA-FB41B844A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09250" y="8334452"/>
              <a:ext cx="12045300" cy="8528074"/>
            </a:xfrm>
            <a:prstGeom prst="rect">
              <a:avLst/>
            </a:prstGeom>
          </p:spPr>
        </p:pic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1B84C32-A0CA-4ED4-AF8E-7E3EB04743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3619" y="14203022"/>
              <a:ext cx="871339" cy="2465881"/>
            </a:xfrm>
            <a:prstGeom prst="line">
              <a:avLst/>
            </a:prstGeom>
            <a:ln w="254000">
              <a:solidFill>
                <a:srgbClr val="8DC63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69B0B00-E2D6-4987-AEB4-EDFB8915B812}"/>
                </a:ext>
              </a:extLst>
            </p:cNvPr>
            <p:cNvSpPr/>
            <p:nvPr/>
          </p:nvSpPr>
          <p:spPr>
            <a:xfrm>
              <a:off x="3744232" y="13315732"/>
              <a:ext cx="1588169" cy="929659"/>
            </a:xfrm>
            <a:prstGeom prst="rect">
              <a:avLst/>
            </a:prstGeom>
            <a:noFill/>
            <a:ln w="254000">
              <a:solidFill>
                <a:srgbClr val="8DC6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99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406C801-32EC-4901-910A-F1A7658478CC}"/>
                </a:ext>
              </a:extLst>
            </p:cNvPr>
            <p:cNvSpPr txBox="1"/>
            <p:nvPr/>
          </p:nvSpPr>
          <p:spPr>
            <a:xfrm>
              <a:off x="3187336" y="16862526"/>
              <a:ext cx="6883400" cy="913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8DC63F"/>
                  </a:solidFill>
                </a:rPr>
                <a:t>(Some sort of graphic)</a:t>
              </a:r>
            </a:p>
          </p:txBody>
        </p:sp>
      </p:grpSp>
      <p:pic>
        <p:nvPicPr>
          <p:cNvPr id="3" name="Picture 2" descr="No photo description available.">
            <a:extLst>
              <a:ext uri="{FF2B5EF4-FFF2-40B4-BE49-F238E27FC236}">
                <a16:creationId xmlns:a16="http://schemas.microsoft.com/office/drawing/2014/main" id="{B6407C8E-846E-FAFD-E216-A5F00E056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948" y="20199927"/>
            <a:ext cx="1745673" cy="1745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752D37-2C72-A3E7-325C-6BF47A74F3FD}"/>
              </a:ext>
            </a:extLst>
          </p:cNvPr>
          <p:cNvSpPr txBox="1"/>
          <p:nvPr/>
        </p:nvSpPr>
        <p:spPr>
          <a:xfrm>
            <a:off x="12715004" y="552133"/>
            <a:ext cx="19735781" cy="9131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334" dirty="0"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Title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41CD15-9877-6AA6-0895-5550D8DEC365}"/>
              </a:ext>
            </a:extLst>
          </p:cNvPr>
          <p:cNvSpPr txBox="1"/>
          <p:nvPr/>
        </p:nvSpPr>
        <p:spPr>
          <a:xfrm>
            <a:off x="12715004" y="1510297"/>
            <a:ext cx="19735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Your names | GHP Mathematics 2026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691463-6B79-DDD0-2F31-EC47466054BE}"/>
                  </a:ext>
                </a:extLst>
              </p:cNvPr>
              <p:cNvSpPr txBox="1"/>
              <p:nvPr/>
            </p:nvSpPr>
            <p:spPr>
              <a:xfrm>
                <a:off x="19386543" y="8096921"/>
                <a:ext cx="6392712" cy="18490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333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5333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5333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333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5333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5333" i="1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sz="5333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5333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333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5333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5333" i="1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5333" i="1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sz="5333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5333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5333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691463-6B79-DDD0-2F31-EC4746605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6543" y="8096921"/>
                <a:ext cx="6392712" cy="1849032"/>
              </a:xfrm>
              <a:prstGeom prst="rect">
                <a:avLst/>
              </a:prstGeom>
              <a:blipFill>
                <a:blip r:embed="rId6"/>
                <a:stretch>
                  <a:fillRect l="-595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333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9876</TotalTime>
  <Words>99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Segoe UI</vt:lpstr>
      <vt:lpstr>Calibri</vt:lpstr>
      <vt:lpstr>Arial</vt:lpstr>
      <vt:lpstr>Cambria Math</vt:lpstr>
      <vt:lpstr>Segoe UI Light</vt:lpstr>
      <vt:lpstr>Segoe UI Black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Notes:  1. Correct fonts won’t load until you open this in PowerPoint (e.g., if you’re previewing this in your browser it’ll look uglier than it actually is).  2. Generate QR codes here: https://www.qrcode-monkey.com/</dc:title>
  <dc:creator>Morrison, Mike</dc:creator>
  <cp:lastModifiedBy>Oser, Stewart P</cp:lastModifiedBy>
  <cp:revision>131</cp:revision>
  <dcterms:created xsi:type="dcterms:W3CDTF">2019-07-02T13:39:34Z</dcterms:created>
  <dcterms:modified xsi:type="dcterms:W3CDTF">2026-06-28T22:52:49Z</dcterms:modified>
</cp:coreProperties>
</file>